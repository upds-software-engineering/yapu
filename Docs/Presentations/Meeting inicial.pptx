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</p:sldIdLst>
  <p:sldSz cx="12192000" cy="6858000"/>
  <p:notesSz cx="6858000" cy="9144000"/>
  <p:defaultTextStyle>
    <a:defPPr>
      <a:defRPr lang="es-B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6" d="100"/>
          <a:sy n="76" d="100"/>
        </p:scale>
        <p:origin x="62" y="10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8AD2202-6BB5-FFA6-8DC3-1EF13F10742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B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26956A8-0CEF-75FD-60F1-0CE794BDA0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B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6977702-740F-C6FA-E46B-9905FA41FE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271110-C63B-44AD-9BC0-7B38DA2FB1C5}" type="datetimeFigureOut">
              <a:rPr lang="es-BO" smtClean="0"/>
              <a:t>9/9/2026</a:t>
            </a:fld>
            <a:endParaRPr lang="es-B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EDE4544-E086-D44A-895B-43E6091770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2FB58D5-2753-5F85-CD9C-CB60CEBF2E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55A63B-65EB-406F-85BB-FB38CF94F5D3}" type="slidenum">
              <a:rPr lang="es-BO" smtClean="0"/>
              <a:t>‹Nº›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12549349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B6944EC-50A2-4C55-5C54-F27CE73E09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B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1B6ABFE-503C-F2AD-C9B5-877EE27865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B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4F55FF8-52C8-133D-F72F-E4182F67ED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271110-C63B-44AD-9BC0-7B38DA2FB1C5}" type="datetimeFigureOut">
              <a:rPr lang="es-BO" smtClean="0"/>
              <a:t>9/9/2026</a:t>
            </a:fld>
            <a:endParaRPr lang="es-B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46A69A9-46BF-77D0-2EFE-37B1476A88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DC578F4-BA96-471C-E32E-79CF8625FF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55A63B-65EB-406F-85BB-FB38CF94F5D3}" type="slidenum">
              <a:rPr lang="es-BO" smtClean="0"/>
              <a:t>‹Nº›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29304822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CDD795E-04E9-5B88-A4E7-60C5607C93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B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83A9409-23C4-DE0C-7E56-0E945F35C0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B0DA0AD-18A9-C086-AE59-865BDFF837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271110-C63B-44AD-9BC0-7B38DA2FB1C5}" type="datetimeFigureOut">
              <a:rPr lang="es-BO" smtClean="0"/>
              <a:t>9/9/2026</a:t>
            </a:fld>
            <a:endParaRPr lang="es-B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138A3EC-95D1-6766-3F2A-6165D17245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D02C7E9-6DE4-90D0-1E80-2E39230AE2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55A63B-65EB-406F-85BB-FB38CF94F5D3}" type="slidenum">
              <a:rPr lang="es-BO" smtClean="0"/>
              <a:t>‹Nº›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10900734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097A97B-393E-87CA-7C0B-DDB0CA70E1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B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C2A281F-5316-BE34-DC07-788D7893F39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B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77FC4A9C-09F3-B393-DABE-E32B9A640F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B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3B77968C-62C7-DF2D-963B-2124235F29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271110-C63B-44AD-9BC0-7B38DA2FB1C5}" type="datetimeFigureOut">
              <a:rPr lang="es-BO" smtClean="0"/>
              <a:t>9/9/2026</a:t>
            </a:fld>
            <a:endParaRPr lang="es-B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13FE8F7-1422-761B-F8D6-279F4A2CA1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ACA3E6F-4E10-3BFD-4E48-2D5D70AB3F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55A63B-65EB-406F-85BB-FB38CF94F5D3}" type="slidenum">
              <a:rPr lang="es-BO" smtClean="0"/>
              <a:t>‹Nº›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23849813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F4586C3-68A3-9B55-1AE4-535A89B662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B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80115CC-2E4A-083F-521C-BC25C278BA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30F03343-279C-C488-D7DC-070DACFA72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B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9EE312C5-794D-93CE-9427-D9472CBFEA1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90D37479-A04A-1B0C-D4B8-07FFB0CEE16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B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8AAF2479-2868-3524-1861-92B0CD3033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271110-C63B-44AD-9BC0-7B38DA2FB1C5}" type="datetimeFigureOut">
              <a:rPr lang="es-BO" smtClean="0"/>
              <a:t>9/9/2026</a:t>
            </a:fld>
            <a:endParaRPr lang="es-B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A86655BA-D82A-A8A4-AD3D-4D1DDCBBFB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F0D25760-8630-8373-820F-2FF80F84A3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55A63B-65EB-406F-85BB-FB38CF94F5D3}" type="slidenum">
              <a:rPr lang="es-BO" smtClean="0"/>
              <a:t>‹Nº›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31153356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5D72FFD-598F-5D10-0461-4F3849AB90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B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64DA1A2A-E6D3-6D23-CA5F-C7661F1210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271110-C63B-44AD-9BC0-7B38DA2FB1C5}" type="datetimeFigureOut">
              <a:rPr lang="es-BO" smtClean="0"/>
              <a:t>9/9/2026</a:t>
            </a:fld>
            <a:endParaRPr lang="es-B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0BA3E449-D32B-2FBA-6AE4-8AAD1B5A62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0327DA38-5C4A-2EDF-A63E-2DB829E966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55A63B-65EB-406F-85BB-FB38CF94F5D3}" type="slidenum">
              <a:rPr lang="es-BO" smtClean="0"/>
              <a:t>‹Nº›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27047017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22940685-BAEF-A0D0-31A1-D673B70EC6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271110-C63B-44AD-9BC0-7B38DA2FB1C5}" type="datetimeFigureOut">
              <a:rPr lang="es-BO" smtClean="0"/>
              <a:t>9/9/2026</a:t>
            </a:fld>
            <a:endParaRPr lang="es-B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529FF1BD-2015-6B7A-59BF-C6137AADB6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B1AB3BC2-608C-48C6-9247-76F1E7423C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55A63B-65EB-406F-85BB-FB38CF94F5D3}" type="slidenum">
              <a:rPr lang="es-BO" smtClean="0"/>
              <a:t>‹Nº›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21126080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D8AD22E-EA14-E955-5E52-E2C65F4EEE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B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62FF059-A40F-7076-E7DB-4D166FBAA0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B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AE01D2E-26AA-3973-CF4C-7318CDB97D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60BDB4C-045A-1270-5D9E-09AAFAC2CE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271110-C63B-44AD-9BC0-7B38DA2FB1C5}" type="datetimeFigureOut">
              <a:rPr lang="es-BO" smtClean="0"/>
              <a:t>9/9/2026</a:t>
            </a:fld>
            <a:endParaRPr lang="es-B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5463AF9-877F-DA28-DC65-5C19BFDDE8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7F08BF8-EF1A-3569-9BAA-4AC16A9E9C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55A63B-65EB-406F-85BB-FB38CF94F5D3}" type="slidenum">
              <a:rPr lang="es-BO" smtClean="0"/>
              <a:t>‹Nº›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33817979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F4959B0-0045-975C-09AB-E9911FDC48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B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30111AB3-4152-2B33-2B59-1509FF7A17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B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3BF94523-C1BC-D942-0E4D-76A7DC5A4B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F2BCECB-F671-C655-FF98-BAC06393E6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271110-C63B-44AD-9BC0-7B38DA2FB1C5}" type="datetimeFigureOut">
              <a:rPr lang="es-BO" smtClean="0"/>
              <a:t>9/9/2026</a:t>
            </a:fld>
            <a:endParaRPr lang="es-B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53818CA-57D3-0AA2-F225-35086805A0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911E594-4AC5-461D-ABAC-A748DBB12D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55A63B-65EB-406F-85BB-FB38CF94F5D3}" type="slidenum">
              <a:rPr lang="es-BO" smtClean="0"/>
              <a:t>‹Nº›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5654177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6E05A3E-ACAF-A728-922F-4DD2C7FD1E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B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4CDBB32F-3D7C-9A78-74C8-63A6E88F53B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B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D11C118-F17E-C87C-D2F1-84E9F65A03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271110-C63B-44AD-9BC0-7B38DA2FB1C5}" type="datetimeFigureOut">
              <a:rPr lang="es-BO" smtClean="0"/>
              <a:t>9/9/2026</a:t>
            </a:fld>
            <a:endParaRPr lang="es-B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D26B463-BFF5-6FF2-E911-26CD69900E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C043A1C-3434-0F71-3660-9274721462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55A63B-65EB-406F-85BB-FB38CF94F5D3}" type="slidenum">
              <a:rPr lang="es-BO" smtClean="0"/>
              <a:t>‹Nº›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18456681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063530C4-7275-2B55-06C4-4F5F838DB3A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B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DE65FB9F-D6E1-817F-B1F0-A0AD602C695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B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5829AD8-C7B0-B5E1-EE40-924F3676B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271110-C63B-44AD-9BC0-7B38DA2FB1C5}" type="datetimeFigureOut">
              <a:rPr lang="es-BO" smtClean="0"/>
              <a:t>9/9/2026</a:t>
            </a:fld>
            <a:endParaRPr lang="es-B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47FD648-42B3-4C9E-C5B2-760E7713B2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2EDB571-6EDE-ED12-C4F9-3FBBE1CD2F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55A63B-65EB-406F-85BB-FB38CF94F5D3}" type="slidenum">
              <a:rPr lang="es-BO" smtClean="0"/>
              <a:t>‹Nº›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39421107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A4345998-73DC-39F7-6707-FF7871D356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B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55F9D7A-3BA4-1AB6-1704-BFA23E1964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B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E918ADE-19A3-C128-0011-86AB067CD35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B271110-C63B-44AD-9BC0-7B38DA2FB1C5}" type="datetimeFigureOut">
              <a:rPr lang="es-BO" smtClean="0"/>
              <a:t>9/9/2026</a:t>
            </a:fld>
            <a:endParaRPr lang="es-B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EDECC83-89EC-3EF6-4F30-80E73A2D65C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B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8540D94-18DB-DA98-E2D2-F98DB98932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855A63B-65EB-406F-85BB-FB38CF94F5D3}" type="slidenum">
              <a:rPr lang="es-BO" smtClean="0"/>
              <a:t>‹Nº›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13705911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B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60AA6BD-952C-0F18-6ABC-BFA6DAFC32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C0B8EF3-E3FE-BB07-60D4-8EA8C49A9A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BO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3D551509-FD30-3224-2078-7944E235FF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10665"/>
            <a:ext cx="12192000" cy="58366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67940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9C32D56-C839-B158-659C-03A3206442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9FC82C5-04E6-3074-5B2C-42FD409090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BO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6C3647E8-695C-CD43-B9B3-2759B19EAC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10665"/>
            <a:ext cx="12192000" cy="58366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59563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1A5D49A-889A-F02D-5CC7-595134265D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3A8B735-EC4B-8636-15FF-8366604828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BO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6CDB7A97-ACCF-2D6F-3488-C5A2A61C27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10665"/>
            <a:ext cx="12192000" cy="58366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67041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5586BB0-4EB6-8BA4-B393-16CDD980EE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0F65A37-2000-C9C8-A7D6-E9E85E41EA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BO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D80DD973-600F-E524-E2FC-53619851EA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10665"/>
            <a:ext cx="12192000" cy="58366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90805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D4BD298-5432-AA7A-DE51-870B03C351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750DF7A-29A2-138E-C4E7-F0FD18CF43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BO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6102F4B8-CEA0-C400-2517-9A5902D697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10665"/>
            <a:ext cx="12192000" cy="58366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72779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3F1A7EB-67FF-101B-F293-B357839B45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7E98179-E76F-FD6A-6EBF-B00A72C6C8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BO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FC91EDE2-0053-22A9-AE94-4EACA67527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10665"/>
            <a:ext cx="12192000" cy="58366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29404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B80D0F1-E3F7-912C-C31B-84B69E1A8A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A5230EA-A58E-5218-CBBC-13AEFF5EF8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BO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25FCCA55-3F35-C659-F114-4E5033BBF0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10665"/>
            <a:ext cx="12192000" cy="58366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94365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882E87-EA94-A1C3-C531-4DF5C2546B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3CE776E-6B9C-067C-842C-4B9B48BC6C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BO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3464834F-469E-3C69-8936-0E20335D48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10665"/>
            <a:ext cx="12192000" cy="58366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55923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3B28C4F-9CDD-211C-2A2D-6777CF82C9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97F8C0C-8113-A62D-1229-B9F584C172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BO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A6623754-CC9F-E124-6F08-04E1C2E83E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10665"/>
            <a:ext cx="12192000" cy="58366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65229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C6C653D-0EED-5A69-0337-977343DE3E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6AB44DD-1EE1-D56F-DE6F-C6900EBF18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BO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1C0A3EFE-4212-0F12-47EF-F685BBE78B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10665"/>
            <a:ext cx="12192000" cy="58366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480262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0</Words>
  <Application>Microsoft Office PowerPoint</Application>
  <PresentationFormat>Panorámica</PresentationFormat>
  <Paragraphs>0</Paragraphs>
  <Slides>10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Emmanuel Ponce</dc:creator>
  <cp:lastModifiedBy>Emmanuel Ponce</cp:lastModifiedBy>
  <cp:revision>1</cp:revision>
  <dcterms:created xsi:type="dcterms:W3CDTF">2026-09-09T23:47:55Z</dcterms:created>
  <dcterms:modified xsi:type="dcterms:W3CDTF">2026-09-09T23:51:11Z</dcterms:modified>
</cp:coreProperties>
</file>